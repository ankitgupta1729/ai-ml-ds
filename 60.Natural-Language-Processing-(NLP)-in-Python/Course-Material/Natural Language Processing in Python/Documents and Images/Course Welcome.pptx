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Arial Black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1" roundtripDataSignature="AMtx7miBMqf5dRnGDAblz8VoBd3xZmYD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www.linkedin.com/in/ivobernardo/" TargetMode="External"/><Relationship Id="rId5" Type="http://schemas.openxmlformats.org/officeDocument/2006/relationships/hyperlink" Target="https://daredata.engineering/home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3" Type="http://schemas.openxmlformats.org/officeDocument/2006/relationships/image" Target="../media/image23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amo.githubusercontent.com/888e388801f947dec7c3d843942c277af25fe2b1aed1821542c4e711f210312a/68747470733a2f2f75706c6f61642e77696b696d656469612e6f72672f77696b6970656469612f636f6d6d6f6e732f7468756d622f632f63332f507974686f6e2d6c6f676f2d6e6f746578742e7376672f37363870782d507974686f6e2d6c6f676f2d6e6f746578742e7376672e706e67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042" y="1891049"/>
            <a:ext cx="1264276" cy="126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3799" y="2922738"/>
            <a:ext cx="720105" cy="720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8933" y="4901150"/>
            <a:ext cx="9153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LP - Serverless deployment of word embeddings and retrieving most similar  words using Kmeans, AWS Aurora Serverless and Lambda | by Ramsri Goutham |  Becoming Human: Artificial Intelligence Magazine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4561" y="2358758"/>
            <a:ext cx="3605056" cy="2093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ving nltk drawn parse tree to image file - Stack Overflow"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9692" y="822102"/>
            <a:ext cx="3794227" cy="1818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media-exp1.licdn.com/dms/image/C5603AQEGCWgaklMGFw/profile-displayphoto-shrink_200_200/0?e=1604534400&amp;v=beta&amp;t=S8to4TD0ZsnL3lSpa5LFf8QVLrfEwXIXeth-y4LDrQ4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1861" y="15240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304798" y="1886858"/>
            <a:ext cx="81861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8 years of experience in data </a:t>
            </a:r>
            <a:r>
              <a:rPr lang="pt-PT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science </a:t>
            </a: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related roles. 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Based in Lisbon, Portugal.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Started in ETL/Databases, moved to Data Science and now I am a partner @ DareData Engineering, a portuguese startup.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Implemented some Natural Language Processing pipelines in large corporate customers.</a:t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Worked mostly in retail, banking and as a consultant.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Motivations for this course: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 help introduce Natural Language Processing for beginners.</a:t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Teach the fundamentals of NLP and provide solid knowledge on working with text in Python.</a:t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Help entry level data scientists to understand what may be a future career path in NLP.</a:t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LinkedIn: </a:t>
            </a:r>
            <a:r>
              <a:rPr b="0" i="0" lang="pt-PT" sz="1400" u="sng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https://www.linkedin.com/in/ivobernardo/</a:t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Char char="-"/>
            </a:pPr>
            <a:r>
              <a:rPr b="0" i="0" lang="pt-PT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DareData website: </a:t>
            </a:r>
            <a:r>
              <a:rPr b="0" i="0" lang="pt-PT" sz="1400" u="sng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https://daredata.engineering/home</a:t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https://daredata.engineering/images/c1361daa4e97e9f44111cb94dab53dad-daredata_white_logo.png" id="95" name="Google Shape;9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7201" y="3980770"/>
            <a:ext cx="1436914" cy="1149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405" y="573847"/>
            <a:ext cx="18573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amo.githubusercontent.com/888e388801f947dec7c3d843942c277af25fe2b1aed1821542c4e711f210312a/68747470733a2f2f75706c6f61642e77696b696d656469612e6f72672f77696b6970656469612f636f6d6d6f6e732f7468756d622f632f63332f507974686f6e2d6c6f676f2d6e6f746578742e7376672f37363870782d507974686f6e2d6c6f676f2d6e6f746578742e7376672e706e67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0792" y="435735"/>
            <a:ext cx="1264276" cy="126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8761" y="971684"/>
            <a:ext cx="4785977" cy="563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3406" y="1745824"/>
            <a:ext cx="4811332" cy="50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2272" y="2505680"/>
            <a:ext cx="5891414" cy="512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7">
            <a:alphaModFix/>
          </a:blip>
          <a:srcRect b="37332" l="0" r="0" t="0"/>
          <a:stretch/>
        </p:blipFill>
        <p:spPr>
          <a:xfrm>
            <a:off x="1346781" y="3175247"/>
            <a:ext cx="4229772" cy="51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2054" y="3857828"/>
            <a:ext cx="3260098" cy="78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9">
            <a:alphaModFix/>
          </a:blip>
          <a:srcRect b="31520" l="0" r="0" t="0"/>
          <a:stretch/>
        </p:blipFill>
        <p:spPr>
          <a:xfrm>
            <a:off x="1399503" y="4514647"/>
            <a:ext cx="1509808" cy="520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26737" y="5235866"/>
            <a:ext cx="4214263" cy="765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op Icon Png #407909 - Free Icons Library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4279373">
            <a:off x="6956893" y="2807593"/>
            <a:ext cx="1156795" cy="1121737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Coding Icons - Download Free Vector Icons | Noun Project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902" y="4391696"/>
            <a:ext cx="1300767" cy="1300767"/>
          </a:xfrm>
          <a:prstGeom prst="rect">
            <a:avLst/>
          </a:prstGeom>
          <a:noFill/>
          <a:ln>
            <a:noFill/>
          </a:ln>
        </p:spPr>
      </p:pic>
      <p:sp>
        <p:nvSpPr>
          <p:cNvPr descr="Free Working with computer icon | Flaticon" id="115" name="Google Shape;11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udent on computer - Free computer icons"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9545" y="2130583"/>
            <a:ext cx="1673226" cy="1673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Graduation hat icon | Flaticon"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3034" y="1705580"/>
            <a:ext cx="578521" cy="578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estion mark | Free Icon" id="118" name="Google Shape;11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8469" y="4538932"/>
            <a:ext cx="1055039" cy="1055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op Icon Png #407909 - Free Icons Library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3113663">
            <a:off x="5357766" y="5381221"/>
            <a:ext cx="1156795" cy="1121737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Loop Icon Png #407909 - Free Icons Library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10335719">
            <a:off x="3758639" y="2777541"/>
            <a:ext cx="1156795" cy="1121737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https://camo.githubusercontent.com/888e388801f947dec7c3d843942c277af25fe2b1aed1821542c4e711f210312a/68747470733a2f2f75706c6f61642e77696b696d656469612e6f72672f77696b6970656469612f636f6d6d6f6e732f7468756d622f632f63332f507974686f6e2d6c6f676f2d6e6f746578742e7376672f37363870782d507974686f6e2d6c6f676f2d6e6f746578742e7376672e706e67" id="121" name="Google Shape;12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85187" y="358463"/>
            <a:ext cx="1264276" cy="1264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supalogo.com/up/16187000633019.png" id="122" name="Google Shape;12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0882" y="554216"/>
            <a:ext cx="4305300" cy="790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estion mark | Free Icon" id="123" name="Google Shape;12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3929" y="4704210"/>
            <a:ext cx="1055039" cy="105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Free Working with computer icon | Flaticon" id="128" name="Google Shape;12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camo.githubusercontent.com/888e388801f947dec7c3d843942c277af25fe2b1aed1821542c4e711f210312a/68747470733a2f2f75706c6f61642e77696b696d656469612e6f72672f77696b6970656469612f636f6d6d6f6e732f7468756d622f632f63332f507974686f6e2d6c6f676f2d6e6f746578742e7376672f37363870782d507974686f6e2d6c6f676f2d6e6f746578742e7376672e706e67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3823" y="487251"/>
            <a:ext cx="1264276" cy="126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33" y="947335"/>
            <a:ext cx="4902357" cy="511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1396" y="960214"/>
            <a:ext cx="2218654" cy="505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lete guide for training your own POS tagger with NLTK &amp; Scikit-Learn" id="132" name="Google Shape;132;p5"/>
          <p:cNvPicPr preferRelativeResize="0"/>
          <p:nvPr/>
        </p:nvPicPr>
        <p:blipFill rotWithShape="1">
          <a:blip r:embed="rId6">
            <a:alphaModFix/>
          </a:blip>
          <a:srcRect b="40356" l="0" r="0" t="0"/>
          <a:stretch/>
        </p:blipFill>
        <p:spPr>
          <a:xfrm>
            <a:off x="1596981" y="2428940"/>
            <a:ext cx="3309870" cy="919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LP - Serverless deployment of word embeddings and retrieving most similar  words using Kmeans, AWS Aurora Serverless and Lambda | by Ramsri Goutham |  Becoming Human: Artificial Intelligence Magazine" id="133" name="Google Shape;13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9705" y="1725770"/>
            <a:ext cx="3991436" cy="2318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13133" y="4663426"/>
            <a:ext cx="2420185" cy="1402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tract Icons - Download Free Vector Icons | Noun Project" id="135" name="Google Shape;13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9840" y="4353059"/>
            <a:ext cx="837127" cy="837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camo.githubusercontent.com/888e388801f947dec7c3d843942c277af25fe2b1aed1821542c4e711f210312a/68747470733a2f2f75706c6f61642e77696b696d656469612e6f72672f77696b6970656469612f636f6d6d6f6e732f7468756d622f632f63332f507974686f6e2d6c6f676f2d6e6f746578742e7376672f37363870782d507974686f6e2d6c6f676f2d6e6f746578742e7376672e706e67" id="136" name="Google Shape;13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00425" y="4065432"/>
            <a:ext cx="583842" cy="583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peline Icons - Download Free Vector Icons | Noun Project" id="137" name="Google Shape;137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32140" y="4649230"/>
            <a:ext cx="1042160" cy="104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ssage Text icon | Text message icon, Text icons, Icon" id="138" name="Google Shape;13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49560" y="5029737"/>
            <a:ext cx="436852" cy="35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ssage Text icon | Text message icon, Text icons, Icon" id="139" name="Google Shape;13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66355" y="5285168"/>
            <a:ext cx="436852" cy="35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ssage Text icon | Text message icon, Text icons, Icon" id="140" name="Google Shape;140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24687" y="5452593"/>
            <a:ext cx="436852" cy="35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ssage Text icon | Text message icon, Text icons, Icon" id="141" name="Google Shape;14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38321" y="5285167"/>
            <a:ext cx="436852" cy="35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icon - Free vector icons - Free SVG, PSD, PNG, EPS, Ai &amp; Icon Font" id="142" name="Google Shape;14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39720" y="4706356"/>
            <a:ext cx="874734" cy="87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2020-09-02T13:00:41Z</dcterms:created>
  <dc:creator>Ivo Bernardo</dc:creator>
</cp:coreProperties>
</file>